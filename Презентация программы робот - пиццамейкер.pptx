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y="5143500" cx="9144000"/>
  <p:notesSz cx="6858000" cy="9144000"/>
  <p:embeddedFontLst>
    <p:embeddedFont>
      <p:font typeface="Nunito"/>
      <p:regular r:id="rId13"/>
      <p:bold r:id="rId14"/>
      <p:italic r:id="rId15"/>
      <p:boldItalic r:id="rId16"/>
    </p:embeddedFont>
    <p:embeddedFont>
      <p:font typeface="Maven Pro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font" Target="fonts/Nunito-regular.fntdata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Nunito-italic.fntdata"/><Relationship Id="rId14" Type="http://schemas.openxmlformats.org/officeDocument/2006/relationships/font" Target="fonts/Nunito-bold.fntdata"/><Relationship Id="rId17" Type="http://schemas.openxmlformats.org/officeDocument/2006/relationships/font" Target="fonts/MavenPro-regular.fntdata"/><Relationship Id="rId16" Type="http://schemas.openxmlformats.org/officeDocument/2006/relationships/font" Target="fonts/Nunit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Maven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b6113cf20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b6113cf20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b6113cf20_0_2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ab6113cf20_0_2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b6113cf20_0_2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4" name="Google Shape;294;g3ab6113cf20_0_2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ab6113cf20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ab6113cf20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b6113cf20_0_2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ab6113cf20_0_2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3ab6113cf20_0_2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3ab6113cf20_0_2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3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7343003" y="3409675"/>
            <a:ext cx="1691422" cy="1732548"/>
            <a:chOff x="7343003" y="3409675"/>
            <a:chExt cx="1691422" cy="1732548"/>
          </a:xfrm>
        </p:grpSpPr>
        <p:grpSp>
          <p:nvGrpSpPr>
            <p:cNvPr id="11" name="Google Shape;11;p2"/>
            <p:cNvGrpSpPr/>
            <p:nvPr/>
          </p:nvGrpSpPr>
          <p:grpSpPr>
            <a:xfrm>
              <a:off x="7343003" y="4453711"/>
              <a:ext cx="316800" cy="688513"/>
              <a:chOff x="7343003" y="4453711"/>
              <a:chExt cx="316800" cy="688513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7343003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7343003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" name="Google Shape;14;p2"/>
            <p:cNvGrpSpPr/>
            <p:nvPr/>
          </p:nvGrpSpPr>
          <p:grpSpPr>
            <a:xfrm>
              <a:off x="7801210" y="4105700"/>
              <a:ext cx="316800" cy="1036523"/>
              <a:chOff x="7801210" y="4105700"/>
              <a:chExt cx="316800" cy="1036523"/>
            </a:xfrm>
          </p:grpSpPr>
          <p:sp>
            <p:nvSpPr>
              <p:cNvPr id="15" name="Google Shape;15;p2"/>
              <p:cNvSpPr/>
              <p:nvPr/>
            </p:nvSpPr>
            <p:spPr>
              <a:xfrm>
                <a:off x="7801210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7801210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7801210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8259418" y="3757688"/>
              <a:ext cx="316800" cy="1384535"/>
              <a:chOff x="8259418" y="3757688"/>
              <a:chExt cx="316800" cy="1384535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8259418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>
                <a:off x="8259418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8259418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8259418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" name="Google Shape;23;p2"/>
            <p:cNvGrpSpPr/>
            <p:nvPr/>
          </p:nvGrpSpPr>
          <p:grpSpPr>
            <a:xfrm>
              <a:off x="8717625" y="3409675"/>
              <a:ext cx="316800" cy="1732548"/>
              <a:chOff x="8717625" y="3409675"/>
              <a:chExt cx="316800" cy="1732548"/>
            </a:xfrm>
          </p:grpSpPr>
          <p:sp>
            <p:nvSpPr>
              <p:cNvPr id="24" name="Google Shape;24;p2"/>
              <p:cNvSpPr/>
              <p:nvPr/>
            </p:nvSpPr>
            <p:spPr>
              <a:xfrm>
                <a:off x="8717625" y="4453711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8717625" y="3757688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8717625" y="410570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717625" y="3409675"/>
                <a:ext cx="316800" cy="1732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>
                <a:off x="8717625" y="4801723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29" name="Google Shape;29;p2"/>
          <p:cNvGrpSpPr/>
          <p:nvPr/>
        </p:nvGrpSpPr>
        <p:grpSpPr>
          <a:xfrm>
            <a:off x="5043503" y="0"/>
            <a:ext cx="3814072" cy="3839102"/>
            <a:chOff x="5043503" y="0"/>
            <a:chExt cx="3814072" cy="3839102"/>
          </a:xfrm>
        </p:grpSpPr>
        <p:sp>
          <p:nvSpPr>
            <p:cNvPr id="30" name="Google Shape;30;p2"/>
            <p:cNvSpPr/>
            <p:nvPr/>
          </p:nvSpPr>
          <p:spPr>
            <a:xfrm>
              <a:off x="8460975" y="1817775"/>
              <a:ext cx="396600" cy="3966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2"/>
            <p:cNvSpPr/>
            <p:nvPr/>
          </p:nvSpPr>
          <p:spPr>
            <a:xfrm rot="-9830444">
              <a:off x="6469759" y="3480728"/>
              <a:ext cx="320148" cy="320148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2" name="Google Shape;32;p2"/>
            <p:cNvGrpSpPr/>
            <p:nvPr/>
          </p:nvGrpSpPr>
          <p:grpSpPr>
            <a:xfrm>
              <a:off x="7647812" y="2704283"/>
              <a:ext cx="635219" cy="635219"/>
              <a:chOff x="6725724" y="2701260"/>
              <a:chExt cx="1208101" cy="1208100"/>
            </a:xfrm>
          </p:grpSpPr>
          <p:sp>
            <p:nvSpPr>
              <p:cNvPr id="33" name="Google Shape;33;p2"/>
              <p:cNvSpPr/>
              <p:nvPr/>
            </p:nvSpPr>
            <p:spPr>
              <a:xfrm rot="5400000">
                <a:off x="6725725" y="2701260"/>
                <a:ext cx="1208100" cy="12081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" name="Google Shape;34;p2"/>
              <p:cNvSpPr/>
              <p:nvPr/>
            </p:nvSpPr>
            <p:spPr>
              <a:xfrm rot="5400000">
                <a:off x="6725724" y="2701260"/>
                <a:ext cx="1208100" cy="1208100"/>
              </a:xfrm>
              <a:prstGeom prst="pie">
                <a:avLst>
                  <a:gd fmla="val 8244818" name="adj1"/>
                  <a:gd fmla="val 16246175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" name="Google Shape;35;p2"/>
              <p:cNvSpPr/>
              <p:nvPr/>
            </p:nvSpPr>
            <p:spPr>
              <a:xfrm rot="5400000">
                <a:off x="6954988" y="2930398"/>
                <a:ext cx="749700" cy="749700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36" name="Google Shape;36;p2"/>
            <p:cNvSpPr/>
            <p:nvPr/>
          </p:nvSpPr>
          <p:spPr>
            <a:xfrm>
              <a:off x="8460975" y="1817775"/>
              <a:ext cx="396600" cy="396600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grpSp>
          <p:nvGrpSpPr>
            <p:cNvPr id="37" name="Google Shape;37;p2"/>
            <p:cNvGrpSpPr/>
            <p:nvPr/>
          </p:nvGrpSpPr>
          <p:grpSpPr>
            <a:xfrm>
              <a:off x="7952720" y="179238"/>
              <a:ext cx="873165" cy="873003"/>
              <a:chOff x="7754428" y="208725"/>
              <a:chExt cx="541800" cy="541800"/>
            </a:xfrm>
          </p:grpSpPr>
          <p:sp>
            <p:nvSpPr>
              <p:cNvPr id="38" name="Google Shape;38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ellipse">
                <a:avLst/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9" name="Google Shape;39;p2"/>
              <p:cNvSpPr/>
              <p:nvPr/>
            </p:nvSpPr>
            <p:spPr>
              <a:xfrm rot="-8647347">
                <a:off x="7831319" y="285616"/>
                <a:ext cx="388018" cy="388018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41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sp>
          <p:nvSpPr>
            <p:cNvPr id="40" name="Google Shape;40;p2"/>
            <p:cNvSpPr/>
            <p:nvPr/>
          </p:nvSpPr>
          <p:spPr>
            <a:xfrm>
              <a:off x="5399840" y="356365"/>
              <a:ext cx="2577000" cy="257700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2"/>
            <p:cNvSpPr/>
            <p:nvPr/>
          </p:nvSpPr>
          <p:spPr>
            <a:xfrm rot="2043858">
              <a:off x="5503813" y="460310"/>
              <a:ext cx="2369480" cy="2369480"/>
            </a:xfrm>
            <a:prstGeom prst="ellipse">
              <a:avLst/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2"/>
            <p:cNvSpPr/>
            <p:nvPr/>
          </p:nvSpPr>
          <p:spPr>
            <a:xfrm>
              <a:off x="5399795" y="360281"/>
              <a:ext cx="2577000" cy="2577000"/>
            </a:xfrm>
            <a:prstGeom prst="pie">
              <a:avLst>
                <a:gd fmla="val 8801158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" name="Google Shape;43;p2"/>
            <p:cNvSpPr/>
            <p:nvPr/>
          </p:nvSpPr>
          <p:spPr>
            <a:xfrm rot="2044777">
              <a:off x="5911449" y="867729"/>
              <a:ext cx="1554223" cy="1554223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2"/>
            <p:cNvSpPr/>
            <p:nvPr/>
          </p:nvSpPr>
          <p:spPr>
            <a:xfrm>
              <a:off x="5399795" y="356358"/>
              <a:ext cx="2577000" cy="2577000"/>
            </a:xfrm>
            <a:prstGeom prst="pie">
              <a:avLst>
                <a:gd fmla="val 1255410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2"/>
            <p:cNvSpPr/>
            <p:nvPr/>
          </p:nvSpPr>
          <p:spPr>
            <a:xfrm rot="-9830444">
              <a:off x="6469759" y="3480727"/>
              <a:ext cx="320148" cy="320148"/>
            </a:xfrm>
            <a:prstGeom prst="pie">
              <a:avLst>
                <a:gd fmla="val 19376841" name="adj1"/>
                <a:gd fmla="val 16200000" name="adj2"/>
              </a:avLst>
            </a:prstGeom>
            <a:solidFill>
              <a:schemeClr val="lt1">
                <a:alpha val="9410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6" name="Google Shape;46;p2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7" name="Google Shape;47;p2"/>
          <p:cNvSpPr txBox="1"/>
          <p:nvPr>
            <p:ph idx="1" type="subTitle"/>
          </p:nvPr>
        </p:nvSpPr>
        <p:spPr>
          <a:xfrm>
            <a:off x="824000" y="3596300"/>
            <a:ext cx="42555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8" name="Google Shape;48;p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oogle Shape;50;p3"/>
          <p:cNvGrpSpPr/>
          <p:nvPr/>
        </p:nvGrpSpPr>
        <p:grpSpPr>
          <a:xfrm>
            <a:off x="146769" y="3406"/>
            <a:ext cx="1233215" cy="1384535"/>
            <a:chOff x="146769" y="3406"/>
            <a:chExt cx="1233215" cy="1384535"/>
          </a:xfrm>
        </p:grpSpPr>
        <p:grpSp>
          <p:nvGrpSpPr>
            <p:cNvPr id="51" name="Google Shape;51;p3"/>
            <p:cNvGrpSpPr/>
            <p:nvPr/>
          </p:nvGrpSpPr>
          <p:grpSpPr>
            <a:xfrm>
              <a:off x="1063183" y="3406"/>
              <a:ext cx="316800" cy="688513"/>
              <a:chOff x="1063183" y="3406"/>
              <a:chExt cx="316800" cy="688513"/>
            </a:xfrm>
          </p:grpSpPr>
          <p:sp>
            <p:nvSpPr>
              <p:cNvPr id="52" name="Google Shape;52;p3"/>
              <p:cNvSpPr/>
              <p:nvPr/>
            </p:nvSpPr>
            <p:spPr>
              <a:xfrm rot="10800000">
                <a:off x="1063183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3" name="Google Shape;53;p3"/>
              <p:cNvSpPr/>
              <p:nvPr/>
            </p:nvSpPr>
            <p:spPr>
              <a:xfrm rot="10800000">
                <a:off x="1063183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4" name="Google Shape;54;p3"/>
            <p:cNvGrpSpPr/>
            <p:nvPr/>
          </p:nvGrpSpPr>
          <p:grpSpPr>
            <a:xfrm>
              <a:off x="604976" y="3406"/>
              <a:ext cx="316800" cy="1036524"/>
              <a:chOff x="604976" y="3406"/>
              <a:chExt cx="316800" cy="1036524"/>
            </a:xfrm>
          </p:grpSpPr>
          <p:sp>
            <p:nvSpPr>
              <p:cNvPr id="55" name="Google Shape;55;p3"/>
              <p:cNvSpPr/>
              <p:nvPr/>
            </p:nvSpPr>
            <p:spPr>
              <a:xfrm rot="10800000">
                <a:off x="604976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6" name="Google Shape;56;p3"/>
              <p:cNvSpPr/>
              <p:nvPr/>
            </p:nvSpPr>
            <p:spPr>
              <a:xfrm rot="10800000">
                <a:off x="604976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57" name="Google Shape;57;p3"/>
              <p:cNvSpPr/>
              <p:nvPr/>
            </p:nvSpPr>
            <p:spPr>
              <a:xfrm rot="10800000">
                <a:off x="604976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58" name="Google Shape;58;p3"/>
            <p:cNvGrpSpPr/>
            <p:nvPr/>
          </p:nvGrpSpPr>
          <p:grpSpPr>
            <a:xfrm>
              <a:off x="146769" y="3406"/>
              <a:ext cx="316800" cy="1384535"/>
              <a:chOff x="146769" y="3406"/>
              <a:chExt cx="316800" cy="1384535"/>
            </a:xfrm>
          </p:grpSpPr>
          <p:sp>
            <p:nvSpPr>
              <p:cNvPr id="59" name="Google Shape;59;p3"/>
              <p:cNvSpPr/>
              <p:nvPr/>
            </p:nvSpPr>
            <p:spPr>
              <a:xfrm rot="10800000">
                <a:off x="146769" y="3419"/>
                <a:ext cx="316800" cy="688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" name="Google Shape;60;p3"/>
              <p:cNvSpPr/>
              <p:nvPr/>
            </p:nvSpPr>
            <p:spPr>
              <a:xfrm rot="10800000">
                <a:off x="146769" y="3441"/>
                <a:ext cx="316800" cy="1384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" name="Google Shape;61;p3"/>
              <p:cNvSpPr/>
              <p:nvPr/>
            </p:nvSpPr>
            <p:spPr>
              <a:xfrm rot="10800000">
                <a:off x="146769" y="3430"/>
                <a:ext cx="316800" cy="1036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" name="Google Shape;62;p3"/>
              <p:cNvSpPr/>
              <p:nvPr/>
            </p:nvSpPr>
            <p:spPr>
              <a:xfrm rot="10800000">
                <a:off x="146769" y="3406"/>
                <a:ext cx="316800" cy="340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grpSp>
        <p:nvGrpSpPr>
          <p:cNvPr id="63" name="Google Shape;63;p3"/>
          <p:cNvGrpSpPr/>
          <p:nvPr/>
        </p:nvGrpSpPr>
        <p:grpSpPr>
          <a:xfrm>
            <a:off x="6775084" y="2904008"/>
            <a:ext cx="2186148" cy="2239500"/>
            <a:chOff x="6775084" y="2904008"/>
            <a:chExt cx="2186148" cy="2239500"/>
          </a:xfrm>
        </p:grpSpPr>
        <p:grpSp>
          <p:nvGrpSpPr>
            <p:cNvPr id="64" name="Google Shape;64;p3"/>
            <p:cNvGrpSpPr/>
            <p:nvPr/>
          </p:nvGrpSpPr>
          <p:grpSpPr>
            <a:xfrm>
              <a:off x="6775084" y="4253708"/>
              <a:ext cx="409500" cy="889800"/>
              <a:chOff x="6775084" y="4253708"/>
              <a:chExt cx="409500" cy="889800"/>
            </a:xfrm>
          </p:grpSpPr>
          <p:sp>
            <p:nvSpPr>
              <p:cNvPr id="65" name="Google Shape;65;p3"/>
              <p:cNvSpPr/>
              <p:nvPr/>
            </p:nvSpPr>
            <p:spPr>
              <a:xfrm>
                <a:off x="6775084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6775084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7" name="Google Shape;67;p3"/>
            <p:cNvGrpSpPr/>
            <p:nvPr/>
          </p:nvGrpSpPr>
          <p:grpSpPr>
            <a:xfrm>
              <a:off x="7367299" y="3804008"/>
              <a:ext cx="409500" cy="1339500"/>
              <a:chOff x="7367299" y="3804008"/>
              <a:chExt cx="409500" cy="1339500"/>
            </a:xfrm>
          </p:grpSpPr>
          <p:sp>
            <p:nvSpPr>
              <p:cNvPr id="68" name="Google Shape;68;p3"/>
              <p:cNvSpPr/>
              <p:nvPr/>
            </p:nvSpPr>
            <p:spPr>
              <a:xfrm>
                <a:off x="7367299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" name="Google Shape;69;p3"/>
              <p:cNvSpPr/>
              <p:nvPr/>
            </p:nvSpPr>
            <p:spPr>
              <a:xfrm>
                <a:off x="7367299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0" name="Google Shape;70;p3"/>
              <p:cNvSpPr/>
              <p:nvPr/>
            </p:nvSpPr>
            <p:spPr>
              <a:xfrm>
                <a:off x="7367299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1" name="Google Shape;71;p3"/>
            <p:cNvGrpSpPr/>
            <p:nvPr/>
          </p:nvGrpSpPr>
          <p:grpSpPr>
            <a:xfrm>
              <a:off x="7959516" y="3354008"/>
              <a:ext cx="409500" cy="1789500"/>
              <a:chOff x="7959516" y="3354008"/>
              <a:chExt cx="409500" cy="1789500"/>
            </a:xfrm>
          </p:grpSpPr>
          <p:sp>
            <p:nvSpPr>
              <p:cNvPr id="72" name="Google Shape;72;p3"/>
              <p:cNvSpPr/>
              <p:nvPr/>
            </p:nvSpPr>
            <p:spPr>
              <a:xfrm>
                <a:off x="7959516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3" name="Google Shape;73;p3"/>
              <p:cNvSpPr/>
              <p:nvPr/>
            </p:nvSpPr>
            <p:spPr>
              <a:xfrm>
                <a:off x="7959516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4" name="Google Shape;74;p3"/>
              <p:cNvSpPr/>
              <p:nvPr/>
            </p:nvSpPr>
            <p:spPr>
              <a:xfrm>
                <a:off x="7959516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5" name="Google Shape;75;p3"/>
              <p:cNvSpPr/>
              <p:nvPr/>
            </p:nvSpPr>
            <p:spPr>
              <a:xfrm>
                <a:off x="7959516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76" name="Google Shape;76;p3"/>
            <p:cNvGrpSpPr/>
            <p:nvPr/>
          </p:nvGrpSpPr>
          <p:grpSpPr>
            <a:xfrm>
              <a:off x="8551731" y="2904008"/>
              <a:ext cx="409500" cy="2239500"/>
              <a:chOff x="8551731" y="2904008"/>
              <a:chExt cx="409500" cy="2239500"/>
            </a:xfrm>
          </p:grpSpPr>
          <p:sp>
            <p:nvSpPr>
              <p:cNvPr id="77" name="Google Shape;77;p3"/>
              <p:cNvSpPr/>
              <p:nvPr/>
            </p:nvSpPr>
            <p:spPr>
              <a:xfrm>
                <a:off x="8551731" y="4253708"/>
                <a:ext cx="409500" cy="8898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551731" y="3354008"/>
                <a:ext cx="409500" cy="178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551731" y="3804008"/>
                <a:ext cx="409500" cy="13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8551731" y="2904008"/>
                <a:ext cx="409500" cy="22395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8551731" y="4703408"/>
                <a:ext cx="409500" cy="4401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82" name="Google Shape;82;p3"/>
          <p:cNvSpPr txBox="1"/>
          <p:nvPr>
            <p:ph type="title"/>
          </p:nvPr>
        </p:nvSpPr>
        <p:spPr>
          <a:xfrm>
            <a:off x="824000" y="1613825"/>
            <a:ext cx="58578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3" name="Google Shape;83;p3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5" name="Google Shape;85;p4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86" name="Google Shape;86;p4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4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8" name="Google Shape;88;p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9" name="Google Shape;89;p4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0" name="Google Shape;90;p4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" name="Google Shape;92;p5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93" name="Google Shape;93;p5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" name="Google Shape;94;p5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5" name="Google Shape;95;p5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5"/>
          <p:cNvSpPr txBox="1"/>
          <p:nvPr>
            <p:ph idx="1" type="body"/>
          </p:nvPr>
        </p:nvSpPr>
        <p:spPr>
          <a:xfrm>
            <a:off x="130380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7" name="Google Shape;97;p5"/>
          <p:cNvSpPr txBox="1"/>
          <p:nvPr>
            <p:ph idx="2" type="body"/>
          </p:nvPr>
        </p:nvSpPr>
        <p:spPr>
          <a:xfrm>
            <a:off x="4903650" y="1990050"/>
            <a:ext cx="34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8" name="Google Shape;98;p5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6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1" name="Google Shape;101;p6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6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3" name="Google Shape;103;p6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6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oogle Shape;106;p7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07" name="Google Shape;107;p7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" name="Google Shape;108;p7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9" name="Google Shape;109;p7"/>
          <p:cNvSpPr txBox="1"/>
          <p:nvPr>
            <p:ph type="title"/>
          </p:nvPr>
        </p:nvSpPr>
        <p:spPr>
          <a:xfrm>
            <a:off x="1303800" y="598575"/>
            <a:ext cx="3312000" cy="15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0" name="Google Shape;110;p7"/>
          <p:cNvSpPr txBox="1"/>
          <p:nvPr>
            <p:ph idx="1" type="body"/>
          </p:nvPr>
        </p:nvSpPr>
        <p:spPr>
          <a:xfrm>
            <a:off x="1303800" y="2309675"/>
            <a:ext cx="3312000" cy="222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1" name="Google Shape;111;p7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dk1"/>
        </a:soli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" name="Google Shape;113;p8"/>
          <p:cNvGrpSpPr/>
          <p:nvPr/>
        </p:nvGrpSpPr>
        <p:grpSpPr>
          <a:xfrm>
            <a:off x="6866714" y="1306"/>
            <a:ext cx="2267451" cy="2601690"/>
            <a:chOff x="6790514" y="1306"/>
            <a:chExt cx="2267451" cy="2601690"/>
          </a:xfrm>
        </p:grpSpPr>
        <p:grpSp>
          <p:nvGrpSpPr>
            <p:cNvPr id="114" name="Google Shape;114;p8"/>
            <p:cNvGrpSpPr/>
            <p:nvPr/>
          </p:nvGrpSpPr>
          <p:grpSpPr>
            <a:xfrm>
              <a:off x="7067465" y="1306"/>
              <a:ext cx="1990500" cy="1990200"/>
              <a:chOff x="7067465" y="1306"/>
              <a:chExt cx="1990500" cy="1990200"/>
            </a:xfrm>
          </p:grpSpPr>
          <p:sp>
            <p:nvSpPr>
              <p:cNvPr id="115" name="Google Shape;115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8"/>
              <p:cNvSpPr/>
              <p:nvPr/>
            </p:nvSpPr>
            <p:spPr>
              <a:xfrm rot="-8648551">
                <a:off x="7594313" y="527721"/>
                <a:ext cx="937226" cy="937226"/>
              </a:xfrm>
              <a:prstGeom prst="pie">
                <a:avLst>
                  <a:gd fmla="val 19376841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8"/>
              <p:cNvSpPr/>
              <p:nvPr/>
            </p:nvSpPr>
            <p:spPr>
              <a:xfrm rot="-8649154">
                <a:off x="7349891" y="283705"/>
                <a:ext cx="1425647" cy="14254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18" name="Google Shape;118;p8"/>
            <p:cNvGrpSpPr/>
            <p:nvPr/>
          </p:nvGrpSpPr>
          <p:grpSpPr>
            <a:xfrm>
              <a:off x="8207126" y="1807996"/>
              <a:ext cx="795000" cy="795000"/>
              <a:chOff x="8207126" y="1807996"/>
              <a:chExt cx="795000" cy="795000"/>
            </a:xfrm>
          </p:grpSpPr>
          <p:sp>
            <p:nvSpPr>
              <p:cNvPr id="119" name="Google Shape;119;p8"/>
              <p:cNvSpPr/>
              <p:nvPr/>
            </p:nvSpPr>
            <p:spPr>
              <a:xfrm rot="2152054">
                <a:off x="8319942" y="1920813"/>
                <a:ext cx="569367" cy="569367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0" name="Google Shape;120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1" name="Google Shape;121;p8"/>
              <p:cNvSpPr/>
              <p:nvPr/>
            </p:nvSpPr>
            <p:spPr>
              <a:xfrm rot="2150259">
                <a:off x="8408218" y="2008610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22" name="Google Shape;122;p8"/>
            <p:cNvGrpSpPr/>
            <p:nvPr/>
          </p:nvGrpSpPr>
          <p:grpSpPr>
            <a:xfrm>
              <a:off x="6790514" y="118857"/>
              <a:ext cx="548700" cy="548700"/>
              <a:chOff x="6790514" y="118857"/>
              <a:chExt cx="548700" cy="548700"/>
            </a:xfrm>
          </p:grpSpPr>
          <p:sp>
            <p:nvSpPr>
              <p:cNvPr id="123" name="Google Shape;123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ellipse">
                <a:avLst/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24" name="Google Shape;124;p8"/>
              <p:cNvSpPr/>
              <p:nvPr/>
            </p:nvSpPr>
            <p:spPr>
              <a:xfrm rot="2150259">
                <a:off x="6868362" y="196705"/>
                <a:ext cx="393004" cy="393004"/>
              </a:xfrm>
              <a:prstGeom prst="pie">
                <a:avLst>
                  <a:gd fmla="val 5699893" name="adj1"/>
                  <a:gd fmla="val 12313574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125" name="Google Shape;125;p8"/>
          <p:cNvSpPr txBox="1"/>
          <p:nvPr>
            <p:ph type="title"/>
          </p:nvPr>
        </p:nvSpPr>
        <p:spPr>
          <a:xfrm>
            <a:off x="824000" y="763600"/>
            <a:ext cx="5857800" cy="357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6" name="Google Shape;126;p8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8" name="Google Shape;128;p9"/>
          <p:cNvGrpSpPr/>
          <p:nvPr/>
        </p:nvGrpSpPr>
        <p:grpSpPr>
          <a:xfrm>
            <a:off x="625966" y="299376"/>
            <a:ext cx="999312" cy="999312"/>
            <a:chOff x="348199" y="179450"/>
            <a:chExt cx="1116300" cy="1116300"/>
          </a:xfrm>
        </p:grpSpPr>
        <p:sp>
          <p:nvSpPr>
            <p:cNvPr id="129" name="Google Shape;129;p9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" name="Google Shape;130;p9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1" name="Google Shape;131;p9"/>
          <p:cNvSpPr txBox="1"/>
          <p:nvPr>
            <p:ph type="title"/>
          </p:nvPr>
        </p:nvSpPr>
        <p:spPr>
          <a:xfrm>
            <a:off x="1303800" y="598575"/>
            <a:ext cx="3430500" cy="19902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9"/>
          <p:cNvSpPr txBox="1"/>
          <p:nvPr>
            <p:ph idx="1" type="subTitle"/>
          </p:nvPr>
        </p:nvSpPr>
        <p:spPr>
          <a:xfrm>
            <a:off x="1303800" y="2743203"/>
            <a:ext cx="3430500" cy="7260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33" name="Google Shape;133;p9"/>
          <p:cNvSpPr txBox="1"/>
          <p:nvPr>
            <p:ph idx="2" type="body"/>
          </p:nvPr>
        </p:nvSpPr>
        <p:spPr>
          <a:xfrm>
            <a:off x="4903700" y="661000"/>
            <a:ext cx="3430500" cy="3870600"/>
          </a:xfrm>
          <a:prstGeom prst="rect">
            <a:avLst/>
          </a:prstGeom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4" name="Google Shape;134;p9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6" name="Google Shape;136;p10"/>
          <p:cNvGrpSpPr/>
          <p:nvPr/>
        </p:nvGrpSpPr>
        <p:grpSpPr>
          <a:xfrm>
            <a:off x="713373" y="3847119"/>
            <a:ext cx="825392" cy="825392"/>
            <a:chOff x="348199" y="179450"/>
            <a:chExt cx="1116300" cy="1116300"/>
          </a:xfrm>
        </p:grpSpPr>
        <p:sp>
          <p:nvSpPr>
            <p:cNvPr id="137" name="Google Shape;137;p10"/>
            <p:cNvSpPr/>
            <p:nvPr/>
          </p:nvSpPr>
          <p:spPr>
            <a:xfrm rot="-5400000">
              <a:off x="574557" y="405788"/>
              <a:ext cx="663600" cy="6636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" name="Google Shape;138;p10"/>
            <p:cNvSpPr/>
            <p:nvPr/>
          </p:nvSpPr>
          <p:spPr>
            <a:xfrm rot="-5400000">
              <a:off x="348199" y="179450"/>
              <a:ext cx="1116300" cy="1116300"/>
            </a:xfrm>
            <a:prstGeom prst="pie">
              <a:avLst>
                <a:gd fmla="val 10792838" name="adj1"/>
                <a:gd fmla="val 16200000" name="adj2"/>
              </a:avLst>
            </a:prstGeom>
            <a:solidFill>
              <a:schemeClr val="dk2">
                <a:alpha val="12549"/>
              </a:scheme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9" name="Google Shape;139;p10"/>
          <p:cNvSpPr txBox="1"/>
          <p:nvPr>
            <p:ph idx="1" type="body"/>
          </p:nvPr>
        </p:nvSpPr>
        <p:spPr>
          <a:xfrm>
            <a:off x="1303800" y="4138975"/>
            <a:ext cx="5843100" cy="53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40" name="Google Shape;140;p10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2" name="Google Shape;142;p11"/>
          <p:cNvGrpSpPr/>
          <p:nvPr/>
        </p:nvGrpSpPr>
        <p:grpSpPr>
          <a:xfrm>
            <a:off x="52" y="4099200"/>
            <a:ext cx="9144036" cy="1044300"/>
            <a:chOff x="52" y="4099200"/>
            <a:chExt cx="9144036" cy="1044300"/>
          </a:xfrm>
        </p:grpSpPr>
        <p:grpSp>
          <p:nvGrpSpPr>
            <p:cNvPr id="143" name="Google Shape;143;p11"/>
            <p:cNvGrpSpPr/>
            <p:nvPr/>
          </p:nvGrpSpPr>
          <p:grpSpPr>
            <a:xfrm>
              <a:off x="52" y="4309200"/>
              <a:ext cx="231622" cy="834300"/>
              <a:chOff x="2688737" y="4301380"/>
              <a:chExt cx="231900" cy="834300"/>
            </a:xfrm>
          </p:grpSpPr>
          <p:sp>
            <p:nvSpPr>
              <p:cNvPr id="144" name="Google Shape;144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5" name="Google Shape;145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6" name="Google Shape;146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47" name="Google Shape;147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48" name="Google Shape;148;p11"/>
            <p:cNvGrpSpPr/>
            <p:nvPr/>
          </p:nvGrpSpPr>
          <p:grpSpPr>
            <a:xfrm>
              <a:off x="371406" y="4099200"/>
              <a:ext cx="231622" cy="1044300"/>
              <a:chOff x="2688737" y="4091380"/>
              <a:chExt cx="231900" cy="1044300"/>
            </a:xfrm>
          </p:grpSpPr>
          <p:sp>
            <p:nvSpPr>
              <p:cNvPr id="149" name="Google Shape;149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0" name="Google Shape;150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1" name="Google Shape;15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2" name="Google Shape;152;p11"/>
              <p:cNvSpPr/>
              <p:nvPr/>
            </p:nvSpPr>
            <p:spPr>
              <a:xfrm flipH="1">
                <a:off x="2688737" y="4091380"/>
                <a:ext cx="2319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3" name="Google Shape;153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4" name="Google Shape;154;p11"/>
            <p:cNvGrpSpPr/>
            <p:nvPr/>
          </p:nvGrpSpPr>
          <p:grpSpPr>
            <a:xfrm>
              <a:off x="742761" y="4309200"/>
              <a:ext cx="231622" cy="834300"/>
              <a:chOff x="2688737" y="4301380"/>
              <a:chExt cx="231900" cy="834300"/>
            </a:xfrm>
          </p:grpSpPr>
          <p:sp>
            <p:nvSpPr>
              <p:cNvPr id="155" name="Google Shape;155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6" name="Google Shape;156;p11"/>
              <p:cNvSpPr/>
              <p:nvPr/>
            </p:nvSpPr>
            <p:spPr>
              <a:xfrm flipH="1">
                <a:off x="2688737" y="4301380"/>
                <a:ext cx="2319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7" name="Google Shape;157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58" name="Google Shape;158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59" name="Google Shape;159;p11"/>
            <p:cNvGrpSpPr/>
            <p:nvPr/>
          </p:nvGrpSpPr>
          <p:grpSpPr>
            <a:xfrm>
              <a:off x="1114115" y="4518900"/>
              <a:ext cx="231622" cy="624600"/>
              <a:chOff x="2688737" y="4511080"/>
              <a:chExt cx="231900" cy="624600"/>
            </a:xfrm>
          </p:grpSpPr>
          <p:sp>
            <p:nvSpPr>
              <p:cNvPr id="160" name="Google Shape;160;p11"/>
              <p:cNvSpPr/>
              <p:nvPr/>
            </p:nvSpPr>
            <p:spPr>
              <a:xfrm flipH="1">
                <a:off x="2688737" y="4720780"/>
                <a:ext cx="2319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1" name="Google Shape;161;p11"/>
              <p:cNvSpPr/>
              <p:nvPr/>
            </p:nvSpPr>
            <p:spPr>
              <a:xfrm flipH="1">
                <a:off x="2688737" y="4511080"/>
                <a:ext cx="2319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2" name="Google Shape;162;p11"/>
              <p:cNvSpPr/>
              <p:nvPr/>
            </p:nvSpPr>
            <p:spPr>
              <a:xfrm flipH="1">
                <a:off x="2688737" y="4930480"/>
                <a:ext cx="2319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3" name="Google Shape;163;p11"/>
            <p:cNvGrpSpPr/>
            <p:nvPr/>
          </p:nvGrpSpPr>
          <p:grpSpPr>
            <a:xfrm>
              <a:off x="1856753" y="4099200"/>
              <a:ext cx="231600" cy="1044300"/>
              <a:chOff x="1856753" y="4099200"/>
              <a:chExt cx="231600" cy="1044300"/>
            </a:xfrm>
          </p:grpSpPr>
          <p:sp>
            <p:nvSpPr>
              <p:cNvPr id="164" name="Google Shape;164;p11"/>
              <p:cNvSpPr/>
              <p:nvPr/>
            </p:nvSpPr>
            <p:spPr>
              <a:xfrm flipH="1">
                <a:off x="185675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5" name="Google Shape;165;p11"/>
              <p:cNvSpPr/>
              <p:nvPr/>
            </p:nvSpPr>
            <p:spPr>
              <a:xfrm flipH="1">
                <a:off x="185675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6" name="Google Shape;166;p11"/>
              <p:cNvSpPr/>
              <p:nvPr/>
            </p:nvSpPr>
            <p:spPr>
              <a:xfrm flipH="1">
                <a:off x="185675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7" name="Google Shape;167;p11"/>
              <p:cNvSpPr/>
              <p:nvPr/>
            </p:nvSpPr>
            <p:spPr>
              <a:xfrm flipH="1">
                <a:off x="1856753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 flipH="1">
                <a:off x="185675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69" name="Google Shape;169;p11"/>
            <p:cNvGrpSpPr/>
            <p:nvPr/>
          </p:nvGrpSpPr>
          <p:grpSpPr>
            <a:xfrm>
              <a:off x="2228107" y="4309200"/>
              <a:ext cx="231600" cy="834300"/>
              <a:chOff x="2228107" y="4309200"/>
              <a:chExt cx="231600" cy="834300"/>
            </a:xfrm>
          </p:grpSpPr>
          <p:sp>
            <p:nvSpPr>
              <p:cNvPr id="170" name="Google Shape;170;p11"/>
              <p:cNvSpPr/>
              <p:nvPr/>
            </p:nvSpPr>
            <p:spPr>
              <a:xfrm flipH="1">
                <a:off x="222810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 flipH="1">
                <a:off x="2228107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 flipH="1">
                <a:off x="222810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 flipH="1">
                <a:off x="222810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>
              <a:off x="2599462" y="4518900"/>
              <a:ext cx="231600" cy="624600"/>
              <a:chOff x="2599462" y="4518900"/>
              <a:chExt cx="231600" cy="624600"/>
            </a:xfrm>
          </p:grpSpPr>
          <p:sp>
            <p:nvSpPr>
              <p:cNvPr id="175" name="Google Shape;175;p11"/>
              <p:cNvSpPr/>
              <p:nvPr/>
            </p:nvSpPr>
            <p:spPr>
              <a:xfrm flipH="1">
                <a:off x="259946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 flipH="1">
                <a:off x="259946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 flipH="1">
                <a:off x="259946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8" name="Google Shape;178;p11"/>
            <p:cNvGrpSpPr/>
            <p:nvPr/>
          </p:nvGrpSpPr>
          <p:grpSpPr>
            <a:xfrm>
              <a:off x="3342171" y="4099200"/>
              <a:ext cx="231600" cy="1044300"/>
              <a:chOff x="3342171" y="4099200"/>
              <a:chExt cx="231600" cy="1044300"/>
            </a:xfrm>
          </p:grpSpPr>
          <p:sp>
            <p:nvSpPr>
              <p:cNvPr id="179" name="Google Shape;179;p11"/>
              <p:cNvSpPr/>
              <p:nvPr/>
            </p:nvSpPr>
            <p:spPr>
              <a:xfrm flipH="1">
                <a:off x="334217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 flipH="1">
                <a:off x="334217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 flipH="1">
                <a:off x="334217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2" name="Google Shape;182;p11"/>
              <p:cNvSpPr/>
              <p:nvPr/>
            </p:nvSpPr>
            <p:spPr>
              <a:xfrm flipH="1">
                <a:off x="3342171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3" name="Google Shape;183;p11"/>
              <p:cNvSpPr/>
              <p:nvPr/>
            </p:nvSpPr>
            <p:spPr>
              <a:xfrm flipH="1">
                <a:off x="334217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4" name="Google Shape;184;p11"/>
            <p:cNvGrpSpPr/>
            <p:nvPr/>
          </p:nvGrpSpPr>
          <p:grpSpPr>
            <a:xfrm>
              <a:off x="3713525" y="4309200"/>
              <a:ext cx="231600" cy="834300"/>
              <a:chOff x="3713525" y="4309200"/>
              <a:chExt cx="231600" cy="834300"/>
            </a:xfrm>
          </p:grpSpPr>
          <p:sp>
            <p:nvSpPr>
              <p:cNvPr id="185" name="Google Shape;185;p11"/>
              <p:cNvSpPr/>
              <p:nvPr/>
            </p:nvSpPr>
            <p:spPr>
              <a:xfrm flipH="1">
                <a:off x="371352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6" name="Google Shape;186;p11"/>
              <p:cNvSpPr/>
              <p:nvPr/>
            </p:nvSpPr>
            <p:spPr>
              <a:xfrm flipH="1">
                <a:off x="3713525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7" name="Google Shape;187;p11"/>
              <p:cNvSpPr/>
              <p:nvPr/>
            </p:nvSpPr>
            <p:spPr>
              <a:xfrm flipH="1">
                <a:off x="371352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88" name="Google Shape;188;p11"/>
              <p:cNvSpPr/>
              <p:nvPr/>
            </p:nvSpPr>
            <p:spPr>
              <a:xfrm flipH="1">
                <a:off x="371352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89" name="Google Shape;189;p11"/>
            <p:cNvGrpSpPr/>
            <p:nvPr/>
          </p:nvGrpSpPr>
          <p:grpSpPr>
            <a:xfrm>
              <a:off x="1485398" y="4309200"/>
              <a:ext cx="231600" cy="834300"/>
              <a:chOff x="1485398" y="4309200"/>
              <a:chExt cx="231600" cy="834300"/>
            </a:xfrm>
          </p:grpSpPr>
          <p:sp>
            <p:nvSpPr>
              <p:cNvPr id="190" name="Google Shape;190;p11"/>
              <p:cNvSpPr/>
              <p:nvPr/>
            </p:nvSpPr>
            <p:spPr>
              <a:xfrm flipH="1">
                <a:off x="148539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1" name="Google Shape;191;p11"/>
              <p:cNvSpPr/>
              <p:nvPr/>
            </p:nvSpPr>
            <p:spPr>
              <a:xfrm flipH="1">
                <a:off x="148539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2" name="Google Shape;192;p11"/>
              <p:cNvSpPr/>
              <p:nvPr/>
            </p:nvSpPr>
            <p:spPr>
              <a:xfrm flipH="1">
                <a:off x="148539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3" name="Google Shape;193;p11"/>
              <p:cNvSpPr/>
              <p:nvPr/>
            </p:nvSpPr>
            <p:spPr>
              <a:xfrm flipH="1">
                <a:off x="148539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4" name="Google Shape;194;p11"/>
            <p:cNvGrpSpPr/>
            <p:nvPr/>
          </p:nvGrpSpPr>
          <p:grpSpPr>
            <a:xfrm>
              <a:off x="4084879" y="4518900"/>
              <a:ext cx="231600" cy="624600"/>
              <a:chOff x="4084879" y="4518900"/>
              <a:chExt cx="231600" cy="624600"/>
            </a:xfrm>
          </p:grpSpPr>
          <p:sp>
            <p:nvSpPr>
              <p:cNvPr id="195" name="Google Shape;195;p11"/>
              <p:cNvSpPr/>
              <p:nvPr/>
            </p:nvSpPr>
            <p:spPr>
              <a:xfrm flipH="1">
                <a:off x="40848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6" name="Google Shape;196;p11"/>
              <p:cNvSpPr/>
              <p:nvPr/>
            </p:nvSpPr>
            <p:spPr>
              <a:xfrm flipH="1">
                <a:off x="40848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97" name="Google Shape;197;p11"/>
              <p:cNvSpPr/>
              <p:nvPr/>
            </p:nvSpPr>
            <p:spPr>
              <a:xfrm flipH="1">
                <a:off x="40848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98" name="Google Shape;198;p11"/>
            <p:cNvGrpSpPr/>
            <p:nvPr/>
          </p:nvGrpSpPr>
          <p:grpSpPr>
            <a:xfrm>
              <a:off x="2970816" y="4309200"/>
              <a:ext cx="231600" cy="834300"/>
              <a:chOff x="2970816" y="4309200"/>
              <a:chExt cx="231600" cy="834300"/>
            </a:xfrm>
          </p:grpSpPr>
          <p:sp>
            <p:nvSpPr>
              <p:cNvPr id="199" name="Google Shape;199;p11"/>
              <p:cNvSpPr/>
              <p:nvPr/>
            </p:nvSpPr>
            <p:spPr>
              <a:xfrm flipH="1">
                <a:off x="297081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0" name="Google Shape;200;p11"/>
              <p:cNvSpPr/>
              <p:nvPr/>
            </p:nvSpPr>
            <p:spPr>
              <a:xfrm flipH="1">
                <a:off x="297081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11"/>
              <p:cNvSpPr/>
              <p:nvPr/>
            </p:nvSpPr>
            <p:spPr>
              <a:xfrm flipH="1">
                <a:off x="297081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11"/>
              <p:cNvSpPr/>
              <p:nvPr/>
            </p:nvSpPr>
            <p:spPr>
              <a:xfrm flipH="1">
                <a:off x="297081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3" name="Google Shape;203;p11"/>
            <p:cNvGrpSpPr/>
            <p:nvPr/>
          </p:nvGrpSpPr>
          <p:grpSpPr>
            <a:xfrm>
              <a:off x="4456234" y="4309200"/>
              <a:ext cx="231600" cy="834300"/>
              <a:chOff x="4456234" y="4309200"/>
              <a:chExt cx="231600" cy="834300"/>
            </a:xfrm>
          </p:grpSpPr>
          <p:sp>
            <p:nvSpPr>
              <p:cNvPr id="204" name="Google Shape;204;p11"/>
              <p:cNvSpPr/>
              <p:nvPr/>
            </p:nvSpPr>
            <p:spPr>
              <a:xfrm flipH="1">
                <a:off x="445623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5" name="Google Shape;205;p11"/>
              <p:cNvSpPr/>
              <p:nvPr/>
            </p:nvSpPr>
            <p:spPr>
              <a:xfrm flipH="1">
                <a:off x="445623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6" name="Google Shape;206;p11"/>
              <p:cNvSpPr/>
              <p:nvPr/>
            </p:nvSpPr>
            <p:spPr>
              <a:xfrm flipH="1">
                <a:off x="445623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7" name="Google Shape;207;p11"/>
              <p:cNvSpPr/>
              <p:nvPr/>
            </p:nvSpPr>
            <p:spPr>
              <a:xfrm flipH="1">
                <a:off x="445623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08" name="Google Shape;208;p11"/>
            <p:cNvGrpSpPr/>
            <p:nvPr/>
          </p:nvGrpSpPr>
          <p:grpSpPr>
            <a:xfrm>
              <a:off x="4827588" y="4099200"/>
              <a:ext cx="231600" cy="1044300"/>
              <a:chOff x="4827588" y="4099200"/>
              <a:chExt cx="231600" cy="1044300"/>
            </a:xfrm>
          </p:grpSpPr>
          <p:sp>
            <p:nvSpPr>
              <p:cNvPr id="209" name="Google Shape;209;p11"/>
              <p:cNvSpPr/>
              <p:nvPr/>
            </p:nvSpPr>
            <p:spPr>
              <a:xfrm flipH="1">
                <a:off x="48275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0" name="Google Shape;210;p11"/>
              <p:cNvSpPr/>
              <p:nvPr/>
            </p:nvSpPr>
            <p:spPr>
              <a:xfrm flipH="1">
                <a:off x="48275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1" name="Google Shape;211;p11"/>
              <p:cNvSpPr/>
              <p:nvPr/>
            </p:nvSpPr>
            <p:spPr>
              <a:xfrm flipH="1">
                <a:off x="48275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2" name="Google Shape;212;p11"/>
              <p:cNvSpPr/>
              <p:nvPr/>
            </p:nvSpPr>
            <p:spPr>
              <a:xfrm flipH="1">
                <a:off x="4827588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3" name="Google Shape;213;p11"/>
              <p:cNvSpPr/>
              <p:nvPr/>
            </p:nvSpPr>
            <p:spPr>
              <a:xfrm flipH="1">
                <a:off x="48275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4" name="Google Shape;214;p11"/>
            <p:cNvGrpSpPr/>
            <p:nvPr/>
          </p:nvGrpSpPr>
          <p:grpSpPr>
            <a:xfrm>
              <a:off x="5198943" y="4309200"/>
              <a:ext cx="231600" cy="834300"/>
              <a:chOff x="5198943" y="4309200"/>
              <a:chExt cx="231600" cy="834300"/>
            </a:xfrm>
          </p:grpSpPr>
          <p:sp>
            <p:nvSpPr>
              <p:cNvPr id="215" name="Google Shape;215;p11"/>
              <p:cNvSpPr/>
              <p:nvPr/>
            </p:nvSpPr>
            <p:spPr>
              <a:xfrm flipH="1">
                <a:off x="519894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6" name="Google Shape;216;p11"/>
              <p:cNvSpPr/>
              <p:nvPr/>
            </p:nvSpPr>
            <p:spPr>
              <a:xfrm flipH="1">
                <a:off x="5198943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7" name="Google Shape;217;p11"/>
              <p:cNvSpPr/>
              <p:nvPr/>
            </p:nvSpPr>
            <p:spPr>
              <a:xfrm flipH="1">
                <a:off x="519894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18" name="Google Shape;218;p11"/>
              <p:cNvSpPr/>
              <p:nvPr/>
            </p:nvSpPr>
            <p:spPr>
              <a:xfrm flipH="1">
                <a:off x="519894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19" name="Google Shape;219;p11"/>
            <p:cNvGrpSpPr/>
            <p:nvPr/>
          </p:nvGrpSpPr>
          <p:grpSpPr>
            <a:xfrm>
              <a:off x="5570297" y="4518900"/>
              <a:ext cx="231600" cy="624600"/>
              <a:chOff x="5570297" y="4518900"/>
              <a:chExt cx="231600" cy="624600"/>
            </a:xfrm>
          </p:grpSpPr>
          <p:sp>
            <p:nvSpPr>
              <p:cNvPr id="220" name="Google Shape;220;p11"/>
              <p:cNvSpPr/>
              <p:nvPr/>
            </p:nvSpPr>
            <p:spPr>
              <a:xfrm flipH="1">
                <a:off x="5570297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1" name="Google Shape;221;p11"/>
              <p:cNvSpPr/>
              <p:nvPr/>
            </p:nvSpPr>
            <p:spPr>
              <a:xfrm flipH="1">
                <a:off x="5570297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2" name="Google Shape;222;p11"/>
              <p:cNvSpPr/>
              <p:nvPr/>
            </p:nvSpPr>
            <p:spPr>
              <a:xfrm flipH="1">
                <a:off x="5570297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3" name="Google Shape;223;p11"/>
            <p:cNvGrpSpPr/>
            <p:nvPr/>
          </p:nvGrpSpPr>
          <p:grpSpPr>
            <a:xfrm>
              <a:off x="5941652" y="4309200"/>
              <a:ext cx="231600" cy="834300"/>
              <a:chOff x="5941652" y="4309200"/>
              <a:chExt cx="231600" cy="834300"/>
            </a:xfrm>
          </p:grpSpPr>
          <p:sp>
            <p:nvSpPr>
              <p:cNvPr id="224" name="Google Shape;224;p11"/>
              <p:cNvSpPr/>
              <p:nvPr/>
            </p:nvSpPr>
            <p:spPr>
              <a:xfrm flipH="1">
                <a:off x="5941652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5" name="Google Shape;225;p11"/>
              <p:cNvSpPr/>
              <p:nvPr/>
            </p:nvSpPr>
            <p:spPr>
              <a:xfrm flipH="1">
                <a:off x="5941652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6" name="Google Shape;226;p11"/>
              <p:cNvSpPr/>
              <p:nvPr/>
            </p:nvSpPr>
            <p:spPr>
              <a:xfrm flipH="1">
                <a:off x="5941652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27" name="Google Shape;227;p11"/>
              <p:cNvSpPr/>
              <p:nvPr/>
            </p:nvSpPr>
            <p:spPr>
              <a:xfrm flipH="1">
                <a:off x="5941652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28" name="Google Shape;228;p11"/>
            <p:cNvGrpSpPr/>
            <p:nvPr/>
          </p:nvGrpSpPr>
          <p:grpSpPr>
            <a:xfrm>
              <a:off x="6313006" y="4099200"/>
              <a:ext cx="231600" cy="1044300"/>
              <a:chOff x="6313006" y="4099200"/>
              <a:chExt cx="231600" cy="1044300"/>
            </a:xfrm>
          </p:grpSpPr>
          <p:sp>
            <p:nvSpPr>
              <p:cNvPr id="229" name="Google Shape;229;p11"/>
              <p:cNvSpPr/>
              <p:nvPr/>
            </p:nvSpPr>
            <p:spPr>
              <a:xfrm flipH="1">
                <a:off x="6313006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11"/>
              <p:cNvSpPr/>
              <p:nvPr/>
            </p:nvSpPr>
            <p:spPr>
              <a:xfrm flipH="1">
                <a:off x="6313006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11"/>
              <p:cNvSpPr/>
              <p:nvPr/>
            </p:nvSpPr>
            <p:spPr>
              <a:xfrm flipH="1">
                <a:off x="6313006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11"/>
              <p:cNvSpPr/>
              <p:nvPr/>
            </p:nvSpPr>
            <p:spPr>
              <a:xfrm flipH="1">
                <a:off x="6313006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3" name="Google Shape;233;p11"/>
              <p:cNvSpPr/>
              <p:nvPr/>
            </p:nvSpPr>
            <p:spPr>
              <a:xfrm flipH="1">
                <a:off x="6313006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4" name="Google Shape;234;p11"/>
            <p:cNvGrpSpPr/>
            <p:nvPr/>
          </p:nvGrpSpPr>
          <p:grpSpPr>
            <a:xfrm>
              <a:off x="6684361" y="4309200"/>
              <a:ext cx="231600" cy="834300"/>
              <a:chOff x="6684361" y="4309200"/>
              <a:chExt cx="231600" cy="834300"/>
            </a:xfrm>
          </p:grpSpPr>
          <p:sp>
            <p:nvSpPr>
              <p:cNvPr id="235" name="Google Shape;235;p11"/>
              <p:cNvSpPr/>
              <p:nvPr/>
            </p:nvSpPr>
            <p:spPr>
              <a:xfrm flipH="1">
                <a:off x="6684361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6" name="Google Shape;236;p11"/>
              <p:cNvSpPr/>
              <p:nvPr/>
            </p:nvSpPr>
            <p:spPr>
              <a:xfrm flipH="1">
                <a:off x="6684361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7" name="Google Shape;237;p11"/>
              <p:cNvSpPr/>
              <p:nvPr/>
            </p:nvSpPr>
            <p:spPr>
              <a:xfrm flipH="1">
                <a:off x="6684361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8" name="Google Shape;238;p11"/>
              <p:cNvSpPr/>
              <p:nvPr/>
            </p:nvSpPr>
            <p:spPr>
              <a:xfrm flipH="1">
                <a:off x="6684361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39" name="Google Shape;239;p11"/>
            <p:cNvGrpSpPr/>
            <p:nvPr/>
          </p:nvGrpSpPr>
          <p:grpSpPr>
            <a:xfrm>
              <a:off x="7055715" y="4518900"/>
              <a:ext cx="231600" cy="624600"/>
              <a:chOff x="7055715" y="4518900"/>
              <a:chExt cx="231600" cy="624600"/>
            </a:xfrm>
          </p:grpSpPr>
          <p:sp>
            <p:nvSpPr>
              <p:cNvPr id="240" name="Google Shape;240;p11"/>
              <p:cNvSpPr/>
              <p:nvPr/>
            </p:nvSpPr>
            <p:spPr>
              <a:xfrm flipH="1">
                <a:off x="7055715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1" name="Google Shape;241;p11"/>
              <p:cNvSpPr/>
              <p:nvPr/>
            </p:nvSpPr>
            <p:spPr>
              <a:xfrm flipH="1">
                <a:off x="7055715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2" name="Google Shape;242;p11"/>
              <p:cNvSpPr/>
              <p:nvPr/>
            </p:nvSpPr>
            <p:spPr>
              <a:xfrm flipH="1">
                <a:off x="7055715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3" name="Google Shape;243;p11"/>
            <p:cNvGrpSpPr/>
            <p:nvPr/>
          </p:nvGrpSpPr>
          <p:grpSpPr>
            <a:xfrm>
              <a:off x="7798424" y="4099200"/>
              <a:ext cx="231600" cy="1044300"/>
              <a:chOff x="7798424" y="4099200"/>
              <a:chExt cx="231600" cy="1044300"/>
            </a:xfrm>
          </p:grpSpPr>
          <p:sp>
            <p:nvSpPr>
              <p:cNvPr id="244" name="Google Shape;244;p11"/>
              <p:cNvSpPr/>
              <p:nvPr/>
            </p:nvSpPr>
            <p:spPr>
              <a:xfrm flipH="1">
                <a:off x="7798424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5" name="Google Shape;245;p11"/>
              <p:cNvSpPr/>
              <p:nvPr/>
            </p:nvSpPr>
            <p:spPr>
              <a:xfrm flipH="1">
                <a:off x="7798424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6" name="Google Shape;246;p11"/>
              <p:cNvSpPr/>
              <p:nvPr/>
            </p:nvSpPr>
            <p:spPr>
              <a:xfrm flipH="1">
                <a:off x="7798424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7" name="Google Shape;247;p11"/>
              <p:cNvSpPr/>
              <p:nvPr/>
            </p:nvSpPr>
            <p:spPr>
              <a:xfrm flipH="1">
                <a:off x="7798424" y="4099200"/>
                <a:ext cx="231600" cy="104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48" name="Google Shape;248;p11"/>
              <p:cNvSpPr/>
              <p:nvPr/>
            </p:nvSpPr>
            <p:spPr>
              <a:xfrm flipH="1">
                <a:off x="7798424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49" name="Google Shape;249;p11"/>
            <p:cNvGrpSpPr/>
            <p:nvPr/>
          </p:nvGrpSpPr>
          <p:grpSpPr>
            <a:xfrm>
              <a:off x="8169779" y="4309200"/>
              <a:ext cx="231600" cy="834300"/>
              <a:chOff x="8169779" y="4309200"/>
              <a:chExt cx="231600" cy="834300"/>
            </a:xfrm>
          </p:grpSpPr>
          <p:sp>
            <p:nvSpPr>
              <p:cNvPr id="250" name="Google Shape;250;p11"/>
              <p:cNvSpPr/>
              <p:nvPr/>
            </p:nvSpPr>
            <p:spPr>
              <a:xfrm flipH="1">
                <a:off x="8169779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1" name="Google Shape;251;p11"/>
              <p:cNvSpPr/>
              <p:nvPr/>
            </p:nvSpPr>
            <p:spPr>
              <a:xfrm flipH="1">
                <a:off x="8169779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2" name="Google Shape;252;p11"/>
              <p:cNvSpPr/>
              <p:nvPr/>
            </p:nvSpPr>
            <p:spPr>
              <a:xfrm flipH="1">
                <a:off x="8169779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3" name="Google Shape;253;p11"/>
              <p:cNvSpPr/>
              <p:nvPr/>
            </p:nvSpPr>
            <p:spPr>
              <a:xfrm flipH="1">
                <a:off x="8169779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4" name="Google Shape;254;p11"/>
            <p:cNvGrpSpPr/>
            <p:nvPr/>
          </p:nvGrpSpPr>
          <p:grpSpPr>
            <a:xfrm>
              <a:off x="7427070" y="4309200"/>
              <a:ext cx="231600" cy="834300"/>
              <a:chOff x="7427070" y="4309200"/>
              <a:chExt cx="231600" cy="834300"/>
            </a:xfrm>
          </p:grpSpPr>
          <p:sp>
            <p:nvSpPr>
              <p:cNvPr id="255" name="Google Shape;255;p11"/>
              <p:cNvSpPr/>
              <p:nvPr/>
            </p:nvSpPr>
            <p:spPr>
              <a:xfrm flipH="1">
                <a:off x="7427070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6" name="Google Shape;256;p11"/>
              <p:cNvSpPr/>
              <p:nvPr/>
            </p:nvSpPr>
            <p:spPr>
              <a:xfrm flipH="1">
                <a:off x="7427070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7" name="Google Shape;257;p11"/>
              <p:cNvSpPr/>
              <p:nvPr/>
            </p:nvSpPr>
            <p:spPr>
              <a:xfrm flipH="1">
                <a:off x="7427070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58" name="Google Shape;258;p11"/>
              <p:cNvSpPr/>
              <p:nvPr/>
            </p:nvSpPr>
            <p:spPr>
              <a:xfrm flipH="1">
                <a:off x="7427070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59" name="Google Shape;259;p11"/>
            <p:cNvGrpSpPr/>
            <p:nvPr/>
          </p:nvGrpSpPr>
          <p:grpSpPr>
            <a:xfrm>
              <a:off x="8541133" y="4518900"/>
              <a:ext cx="231600" cy="624600"/>
              <a:chOff x="8541133" y="4518900"/>
              <a:chExt cx="231600" cy="624600"/>
            </a:xfrm>
          </p:grpSpPr>
          <p:sp>
            <p:nvSpPr>
              <p:cNvPr id="260" name="Google Shape;260;p11"/>
              <p:cNvSpPr/>
              <p:nvPr/>
            </p:nvSpPr>
            <p:spPr>
              <a:xfrm flipH="1">
                <a:off x="8541133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1" name="Google Shape;261;p11"/>
              <p:cNvSpPr/>
              <p:nvPr/>
            </p:nvSpPr>
            <p:spPr>
              <a:xfrm flipH="1">
                <a:off x="8541133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2" name="Google Shape;262;p11"/>
              <p:cNvSpPr/>
              <p:nvPr/>
            </p:nvSpPr>
            <p:spPr>
              <a:xfrm flipH="1">
                <a:off x="8541133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63" name="Google Shape;263;p11"/>
            <p:cNvGrpSpPr/>
            <p:nvPr/>
          </p:nvGrpSpPr>
          <p:grpSpPr>
            <a:xfrm>
              <a:off x="8912488" y="4309200"/>
              <a:ext cx="231600" cy="834300"/>
              <a:chOff x="8912488" y="4309200"/>
              <a:chExt cx="231600" cy="834300"/>
            </a:xfrm>
          </p:grpSpPr>
          <p:sp>
            <p:nvSpPr>
              <p:cNvPr id="264" name="Google Shape;264;p11"/>
              <p:cNvSpPr/>
              <p:nvPr/>
            </p:nvSpPr>
            <p:spPr>
              <a:xfrm flipH="1">
                <a:off x="8912488" y="4728600"/>
                <a:ext cx="231600" cy="4149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11"/>
              <p:cNvSpPr/>
              <p:nvPr/>
            </p:nvSpPr>
            <p:spPr>
              <a:xfrm flipH="1">
                <a:off x="8912488" y="4309200"/>
                <a:ext cx="231600" cy="8343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11"/>
              <p:cNvSpPr/>
              <p:nvPr/>
            </p:nvSpPr>
            <p:spPr>
              <a:xfrm flipH="1">
                <a:off x="8912488" y="4518900"/>
                <a:ext cx="231600" cy="6246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11"/>
              <p:cNvSpPr/>
              <p:nvPr/>
            </p:nvSpPr>
            <p:spPr>
              <a:xfrm flipH="1">
                <a:off x="8912488" y="4938300"/>
                <a:ext cx="231600" cy="205200"/>
              </a:xfrm>
              <a:prstGeom prst="round2SameRect">
                <a:avLst>
                  <a:gd fmla="val 50000" name="adj1"/>
                  <a:gd fmla="val 0" name="adj2"/>
                </a:avLst>
              </a:prstGeom>
              <a:solidFill>
                <a:schemeClr val="lt1">
                  <a:alpha val="9020"/>
                </a:schemeClr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  <p:sp>
        <p:nvSpPr>
          <p:cNvPr id="268" name="Google Shape;268;p11"/>
          <p:cNvSpPr txBox="1"/>
          <p:nvPr>
            <p:ph hasCustomPrompt="1" type="title"/>
          </p:nvPr>
        </p:nvSpPr>
        <p:spPr>
          <a:xfrm>
            <a:off x="1388625" y="772725"/>
            <a:ext cx="6366900" cy="1863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69" name="Google Shape;269;p11"/>
          <p:cNvSpPr txBox="1"/>
          <p:nvPr>
            <p:ph idx="1" type="body"/>
          </p:nvPr>
        </p:nvSpPr>
        <p:spPr>
          <a:xfrm>
            <a:off x="1388625" y="2712300"/>
            <a:ext cx="6366900" cy="111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0" name="Google Shape;270;p1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2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mentum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Maven Pro"/>
              <a:buNone/>
              <a:defRPr b="1" sz="2800">
                <a:solidFill>
                  <a:schemeClr val="dk2"/>
                </a:solidFill>
                <a:latin typeface="Maven Pro"/>
                <a:ea typeface="Maven Pro"/>
                <a:cs typeface="Maven Pro"/>
                <a:sym typeface="Maven Pr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Nunito"/>
              <a:buChar char="●"/>
              <a:defRPr sz="13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●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○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unito"/>
              <a:buChar char="■"/>
              <a:defRPr sz="11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51046" y="473697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9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3"/>
          <p:cNvSpPr txBox="1"/>
          <p:nvPr>
            <p:ph type="ctrTitle"/>
          </p:nvPr>
        </p:nvSpPr>
        <p:spPr>
          <a:xfrm>
            <a:off x="824000" y="1613813"/>
            <a:ext cx="4255500" cy="1872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3500"/>
              <a:t>Робот-пиццамейкер</a:t>
            </a:r>
            <a:endParaRPr sz="3500"/>
          </a:p>
        </p:txBody>
      </p:sp>
      <p:sp>
        <p:nvSpPr>
          <p:cNvPr id="278" name="Google Shape;278;p13"/>
          <p:cNvSpPr txBox="1"/>
          <p:nvPr>
            <p:ph idx="1" type="subTitle"/>
          </p:nvPr>
        </p:nvSpPr>
        <p:spPr>
          <a:xfrm>
            <a:off x="824000" y="3596300"/>
            <a:ext cx="3087600" cy="69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400"/>
              <a:t>Выполнил </a:t>
            </a:r>
            <a:r>
              <a:rPr lang="ru" sz="1400"/>
              <a:t>ученик</a:t>
            </a:r>
            <a:r>
              <a:rPr lang="ru" sz="1400"/>
              <a:t> Тушин Иван группы ИИ-72</a:t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Мой репозиторий на гитхабе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15"/>
          <p:cNvSpPr txBox="1"/>
          <p:nvPr>
            <p:ph type="title"/>
          </p:nvPr>
        </p:nvSpPr>
        <p:spPr>
          <a:xfrm>
            <a:off x="1254725" y="881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Кто работал над программой</a:t>
            </a:r>
            <a:endParaRPr/>
          </a:p>
        </p:txBody>
      </p:sp>
      <p:sp>
        <p:nvSpPr>
          <p:cNvPr id="289" name="Google Shape;289;p15"/>
          <p:cNvSpPr txBox="1"/>
          <p:nvPr>
            <p:ph idx="1" type="body"/>
          </p:nvPr>
        </p:nvSpPr>
        <p:spPr>
          <a:xfrm>
            <a:off x="224075" y="3909025"/>
            <a:ext cx="7030500" cy="165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ru" sz="2300">
                <a:latin typeface="Calibri"/>
                <a:ea typeface="Calibri"/>
                <a:cs typeface="Calibri"/>
                <a:sym typeface="Calibri"/>
              </a:rPr>
              <a:t>Понять как работают сайты пиццерий и базы данных</a:t>
            </a:r>
            <a:endParaRPr sz="23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t/>
            </a:r>
            <a:endParaRPr sz="2800"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5"/>
          <p:cNvSpPr txBox="1"/>
          <p:nvPr>
            <p:ph type="title"/>
          </p:nvPr>
        </p:nvSpPr>
        <p:spPr>
          <a:xfrm>
            <a:off x="1127375" y="8393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lang="ru">
                <a:latin typeface="Calibri"/>
                <a:ea typeface="Calibri"/>
                <a:cs typeface="Calibri"/>
                <a:sym typeface="Calibri"/>
              </a:rPr>
              <a:t>В основном над программой работал я, но список </a:t>
            </a:r>
            <a:r>
              <a:rPr b="0" lang="ru">
                <a:latin typeface="Calibri"/>
                <a:ea typeface="Calibri"/>
                <a:cs typeface="Calibri"/>
                <a:sym typeface="Calibri"/>
              </a:rPr>
              <a:t>ингредиентов</a:t>
            </a:r>
            <a:r>
              <a:rPr b="0" lang="ru">
                <a:latin typeface="Calibri"/>
                <a:ea typeface="Calibri"/>
                <a:cs typeface="Calibri"/>
                <a:sym typeface="Calibri"/>
              </a:rPr>
              <a:t> сгенерировал</a:t>
            </a:r>
            <a:endParaRPr b="0"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15"/>
          <p:cNvSpPr txBox="1"/>
          <p:nvPr>
            <p:ph type="title"/>
          </p:nvPr>
        </p:nvSpPr>
        <p:spPr>
          <a:xfrm>
            <a:off x="627025" y="3538950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Цель Работы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16"/>
          <p:cNvSpPr txBox="1"/>
          <p:nvPr>
            <p:ph type="title"/>
          </p:nvPr>
        </p:nvSpPr>
        <p:spPr>
          <a:xfrm>
            <a:off x="1136950" y="20592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Структура программы</a:t>
            </a:r>
            <a:endParaRPr/>
          </a:p>
        </p:txBody>
      </p:sp>
      <p:sp>
        <p:nvSpPr>
          <p:cNvPr id="297" name="Google Shape;297;p16"/>
          <p:cNvSpPr txBox="1"/>
          <p:nvPr>
            <p:ph idx="1" type="body"/>
          </p:nvPr>
        </p:nvSpPr>
        <p:spPr>
          <a:xfrm>
            <a:off x="4381075" y="1006375"/>
            <a:ext cx="4301100" cy="158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100"/>
              <a:t>база данных </a:t>
            </a:r>
            <a:r>
              <a:rPr lang="ru" sz="2100"/>
              <a:t>которую</a:t>
            </a:r>
            <a:r>
              <a:rPr lang="ru" sz="2100"/>
              <a:t> я сделал на json, применяется для сохранения пользователей и ингредиентов</a:t>
            </a:r>
            <a:endParaRPr sz="2100"/>
          </a:p>
        </p:txBody>
      </p:sp>
      <p:pic>
        <p:nvPicPr>
          <p:cNvPr id="298" name="Google Shape;29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0150" y="982075"/>
            <a:ext cx="3771900" cy="163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99" name="Google Shape;29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875" y="2915100"/>
            <a:ext cx="4754400" cy="176875"/>
          </a:xfrm>
          <a:prstGeom prst="rect">
            <a:avLst/>
          </a:prstGeom>
          <a:noFill/>
          <a:ln>
            <a:noFill/>
          </a:ln>
        </p:spPr>
      </p:pic>
      <p:sp>
        <p:nvSpPr>
          <p:cNvPr id="300" name="Google Shape;300;p16"/>
          <p:cNvSpPr txBox="1"/>
          <p:nvPr>
            <p:ph idx="1" type="body"/>
          </p:nvPr>
        </p:nvSpPr>
        <p:spPr>
          <a:xfrm>
            <a:off x="4785275" y="2596075"/>
            <a:ext cx="4224300" cy="11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100"/>
              <a:t>лямбда функция, которая используется для выдачи сдачи</a:t>
            </a:r>
            <a:endParaRPr sz="2100"/>
          </a:p>
        </p:txBody>
      </p:sp>
      <p:pic>
        <p:nvPicPr>
          <p:cNvPr id="301" name="Google Shape;301;p1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52400" y="3244375"/>
            <a:ext cx="2588411" cy="1746725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16"/>
          <p:cNvSpPr txBox="1"/>
          <p:nvPr>
            <p:ph idx="1" type="body"/>
          </p:nvPr>
        </p:nvSpPr>
        <p:spPr>
          <a:xfrm>
            <a:off x="2930325" y="3636825"/>
            <a:ext cx="4224300" cy="114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ru" sz="2100"/>
              <a:t>декоратор, </a:t>
            </a:r>
            <a:r>
              <a:rPr lang="ru" sz="2100"/>
              <a:t>используется</a:t>
            </a:r>
            <a:r>
              <a:rPr lang="ru" sz="2100"/>
              <a:t> для вывода чека</a:t>
            </a:r>
            <a:endParaRPr sz="2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17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ru" sz="4000">
                <a:latin typeface="Arial"/>
                <a:ea typeface="Arial"/>
                <a:cs typeface="Arial"/>
                <a:sym typeface="Arial"/>
              </a:rPr>
              <a:t>Меню</a:t>
            </a:r>
            <a:endParaRPr/>
          </a:p>
        </p:txBody>
      </p:sp>
      <p:sp>
        <p:nvSpPr>
          <p:cNvPr id="308" name="Google Shape;308;p17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latin typeface="Calibri"/>
                <a:ea typeface="Calibri"/>
                <a:cs typeface="Calibri"/>
                <a:sym typeface="Calibri"/>
              </a:rPr>
              <a:t>В функции вывода меню есть проверка на возраст, если пользователь </a:t>
            </a:r>
            <a:r>
              <a:rPr lang="ru" sz="2800">
                <a:latin typeface="Calibri"/>
                <a:ea typeface="Calibri"/>
                <a:cs typeface="Calibri"/>
                <a:sym typeface="Calibri"/>
              </a:rPr>
              <a:t>несовершеннолетний</a:t>
            </a:r>
            <a:r>
              <a:rPr lang="ru" sz="2800">
                <a:latin typeface="Calibri"/>
                <a:ea typeface="Calibri"/>
                <a:cs typeface="Calibri"/>
                <a:sym typeface="Calibri"/>
              </a:rPr>
              <a:t>, то предлагается детское меню, если наоборот то взрослое с увеличенными порциями.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8"/>
          <p:cNvSpPr txBox="1"/>
          <p:nvPr>
            <p:ph type="title"/>
          </p:nvPr>
        </p:nvSpPr>
        <p:spPr>
          <a:xfrm>
            <a:off x="1460850" y="6623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" sz="4400">
                <a:latin typeface="Arial"/>
                <a:ea typeface="Arial"/>
                <a:cs typeface="Arial"/>
                <a:sym typeface="Arial"/>
              </a:rPr>
              <a:t>Ввод данных</a:t>
            </a:r>
            <a:endParaRPr/>
          </a:p>
        </p:txBody>
      </p:sp>
      <p:sp>
        <p:nvSpPr>
          <p:cNvPr id="314" name="Google Shape;314;p18"/>
          <p:cNvSpPr txBox="1"/>
          <p:nvPr>
            <p:ph idx="1" type="body"/>
          </p:nvPr>
        </p:nvSpPr>
        <p:spPr>
          <a:xfrm>
            <a:off x="1460850" y="2053850"/>
            <a:ext cx="6759900" cy="1730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r>
              <a:rPr lang="ru" sz="2800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пользователь вводит данные, после чего программа </a:t>
            </a:r>
            <a:r>
              <a:rPr lang="ru" sz="2800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здоровается</a:t>
            </a:r>
            <a:r>
              <a:rPr lang="ru" sz="2800">
                <a:highlight>
                  <a:schemeClr val="lt1"/>
                </a:highlight>
                <a:latin typeface="Calibri"/>
                <a:ea typeface="Calibri"/>
                <a:cs typeface="Calibri"/>
                <a:sym typeface="Calibri"/>
              </a:rPr>
              <a:t> с пользователь, используя его имя и фамилию</a:t>
            </a:r>
            <a:r>
              <a:rPr lang="ru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лидность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19"/>
          <p:cNvSpPr txBox="1"/>
          <p:nvPr>
            <p:ph type="title"/>
          </p:nvPr>
        </p:nvSpPr>
        <p:spPr>
          <a:xfrm>
            <a:off x="1303800" y="598575"/>
            <a:ext cx="7030500" cy="99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" sz="4400">
                <a:latin typeface="Arial"/>
                <a:ea typeface="Arial"/>
                <a:cs typeface="Arial"/>
                <a:sym typeface="Arial"/>
              </a:rPr>
              <a:t>Безопасность</a:t>
            </a:r>
            <a:endParaRPr/>
          </a:p>
        </p:txBody>
      </p:sp>
      <p:sp>
        <p:nvSpPr>
          <p:cNvPr id="320" name="Google Shape;320;p19"/>
          <p:cNvSpPr txBox="1"/>
          <p:nvPr>
            <p:ph idx="1" type="body"/>
          </p:nvPr>
        </p:nvSpPr>
        <p:spPr>
          <a:xfrm>
            <a:off x="1303800" y="1990050"/>
            <a:ext cx="7030500" cy="254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" sz="28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Чтобы программа не перестала работать в случае ошибок с базой данных, данные сначала сохраняются в переменные, и </a:t>
            </a:r>
            <a:r>
              <a:rPr lang="ru" sz="28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сохраняются</a:t>
            </a:r>
            <a:r>
              <a:rPr lang="ru" sz="2800">
                <a:highlight>
                  <a:schemeClr val="lt1"/>
                </a:highlight>
                <a:latin typeface="Arial"/>
                <a:ea typeface="Arial"/>
                <a:cs typeface="Arial"/>
                <a:sym typeface="Arial"/>
              </a:rPr>
              <a:t> в базу данных после завершения работы программы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mentum">
  <a:themeElements>
    <a:clrScheme name="Momentum">
      <a:dk1>
        <a:srgbClr val="C0791B"/>
      </a:dk1>
      <a:lt1>
        <a:srgbClr val="FFFFFF"/>
      </a:lt1>
      <a:dk2>
        <a:srgbClr val="424242"/>
      </a:dk2>
      <a:lt2>
        <a:srgbClr val="8DD8D3"/>
      </a:lt2>
      <a:accent1>
        <a:srgbClr val="0B6374"/>
      </a:accent1>
      <a:accent2>
        <a:srgbClr val="FD5B58"/>
      </a:accent2>
      <a:accent3>
        <a:srgbClr val="599191"/>
      </a:accent3>
      <a:accent4>
        <a:srgbClr val="D7E6A3"/>
      </a:accent4>
      <a:accent5>
        <a:srgbClr val="27278B"/>
      </a:accent5>
      <a:accent6>
        <a:srgbClr val="D558AB"/>
      </a:accent6>
      <a:hlink>
        <a:srgbClr val="27278B"/>
      </a:hlink>
      <a:folHlink>
        <a:srgbClr val="2727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